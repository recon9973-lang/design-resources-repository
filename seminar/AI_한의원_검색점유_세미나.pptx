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_표지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_시장변화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_패키지구성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_운영로드맵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_월간리포트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_가격안내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_무료진단C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