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CD34D"/>
                </a:solidFill>
                <a:latin typeface="맑은 고딕"/>
                <a:ea typeface="맑은 고딕"/>
              </a:rPr>
              <a:t>AI 시대 마케팅, 누가 살아남을까? — 6주 실무 스터디  |  4회차 강사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[강사용] GEO — 생성형 엔진에 인용되는 브랜드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ChatGPT/Perplexity/AI Overviews에 어떻게 등장할까?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46943" y="502920"/>
            <a:ext cx="896112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6943" y="502920"/>
            <a:ext cx="8961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4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51"/>
                <a:gridCol w="4951226"/>
                <a:gridCol w="485953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 과제 리뷰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'한 문장 답' 우수 사례 낭독 2건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개념과 연구 흐름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사이트 (논문) + D5 뉴스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인용 가능 콘텐츠의 조건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 사이트 (Perplexity 인용 추적)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LLM의 브랜드 인식 경로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D3 웹검색 (5개 경로 실물 확인)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GEO 리라이트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D4 라이브 시연 후 개별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 재테스트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1회차 진단표와 비교 — 변화 없음도 정상임을 강조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시나리오 D1~D5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329"/>
                <a:gridCol w="1065063"/>
                <a:gridCol w="2662659"/>
                <a:gridCol w="2928925"/>
                <a:gridCol w="3106436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수업 시점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보여주나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링크 / 검색어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 포인트 (이 말을 하세요)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연구 존재 증명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arxiv.org/abs/2311.09735 (GEO 논문)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+ 구글 공식: developers.google.com/search/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blog/2025/05/succeeding-in-ai-search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"업체 마케팅 용어가 아니라 연구·공식 문서가 있는 분야입니다." 논문 초록 10초 + 구글 블로그 제목만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 인용 역추적 (핵심 시연)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perplexity.ai에 브랜드/카테고리 질문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→ 출처 번호 클릭 → 원문 열기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인용된 문서를 열어 7가지 조건(출처·구조·비교표·날짜)이 실제로 있는지 하나씩 확인. "인용되는 글은 이유가 있습니다"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웹검색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브랜드 인식 5경로 실물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한 브랜드로: ① 자사 사이트 ② 뉴스 검색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③ 리뷰(스토어) ④ 커뮤니티(카페·레딧) ⑤ 위키/DB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5개 탭을 미리 열어두고 순서대로 전환. "AI는 이 다섯을 섞어 배웁니다. 자사 사이트만 고쳐선 부족합니다"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라이브 시연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진단 프롬프트 실행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ChatGPT/Claude에 수강생 글 +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수업 자료의 6기준 진단 프롬프트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점수보다 '고칠 문장' 제안에 집중하라고 안내. 같은 프롬프트를 2번 돌려 점수가 달라지는 것도 보여주면 금상첨화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뉴스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검색과 트래픽 변화 기사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 뉴스 검색: "AI 검색 트래픽"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"Generative Engine Optimization"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"시장이 이 주제를 어떻게 부르는지 보세요. 용어가 난립할수록 원리(인용 가능한 근거)로 판단해야 합니다"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핵심 시연 상세 — 변동성 체험 (105~120분 재테스트 도입)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이 시연이 '반복 측정' 원칙을 몸으로 이해시킵니다.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17904"/>
            <a:ext cx="5446623" cy="4882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941832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59636"/>
            <a:ext cx="9418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632204"/>
            <a:ext cx="40475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ChatGPT 3회 반복 실험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5117439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추천 질문을 새 대화 3개에서 연속 실행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추천 브랜드 목록을 판서로 3열 비교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3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"3회 중 2회 언급 = 언급률 67%" — 언급률 개념 도입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멘트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"한 번 나왔다고 좋아하고 한 번 빠졌다고 좌절하면 안 됩니다. 추세를 보세요"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1517904"/>
            <a:ext cx="5446623" cy="488289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보조: GEO 해설 영상 (여유 시간)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2029968"/>
            <a:ext cx="5117439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검색어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유튜브: "Generative Engine Optimization"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해외 실무자들의 접근을 1~2분 훑기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과장된 '비법' 영상이 많음 — "공식 문서와 교차 검증"이라는 미디어 리터러시 교육 소재로 활용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타이밍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실습이 일찍 끝난 경우에만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배포문 — 이대로 공유 시트에 게시하세요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미션: 리라이트 전후를 AI 검색에 재질문하고 변화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[4회차 미션] GEO 리라이트 전후 측정 리포트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수업에서 리라이트한 콘텐츠를 마무리해 게시/수정한다.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최소 적용: 비교표 1개, 출처 표기 3곳, 작성일 명시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1회차 진단표의 질문 '그대로' 재테스트한다. (질문 변경 금지)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ChatGPT · Perplexity 각각, 같은 질문 3회 반복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결과는 '3회 중 몇 회 언급'(언급률)으로 기록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3. 전후 비교표를 작성한다: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바꾼 항목 / 수정 전 / 수정 후 / 관찰된 변화(없으면 '없음')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4. '여전히 남은 오류·누락' 목록과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다음 리라이트 계획 3줄을 덧붙인다.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제출: 다음 수업 전날 23:59까지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주의: '변화 없음'은 실패가 아닙니다. 측정 조건을 지켰는지가 평가 기준입니다.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D97706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강조할 것: 3주 안에 AI 답변이 바뀌는 경우는 드뭅니다. 이 미션의 진짜 목적은 '측정 프로토콜 체화'라고 명확히 말해줄 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17904"/>
          <a:ext cx="11094413" cy="1840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476"/>
                <a:gridCol w="825204"/>
                <a:gridCol w="4217711"/>
                <a:gridCol w="412602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측정 프로토콜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동일 질문·3회 반복·날짜 기록·언급률 표기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질문을 바꾸거나 1회만 실행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리라이트 실행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비교표·출처·날짜 3종 최소 적용 완료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진단만 하고 수정 없음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전후 비교표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항목별 전/후/변화가 한눈에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"좋아진 것 같다"류 서술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다음 계획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남은 오류 목록 + 구체적 다음 3걸음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계획 없이 종료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수업 중 던질 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"Perplexity가 인용한 그 문서, 우리 글과 뭐가 달랐나요?"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"우리 브랜드의 5개 인식 경로 중 가장 약한 곳은?"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"경쟁사가 인용되는 건 콘텐츠 때문일까요, 리뷰·언론 때문일까요?"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"리라이트했는데 AI 답변이 그대로예요"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"정상입니다. 색인·반영은 수주~수개월. 그래서 주간 로그로 추세를 봅니다"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"커뮤니티의 잘못된 정보는 어떻게 고치나요?"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"직접 수정은 불가. 정확한 공개 근거(공식 FAQ, 보도자료)를 늘려 무게중심을 옮기는 게 GEO적 해법입니다"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"GEO 대행 견적을 받았는데 적정한가요?"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"오늘 배운 7조건을 견적서 항목과 대조해보세요. 측정 계획이 없는 제안은 거르시면 됩니다"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시연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D2용 질문 사전 테스트 — 인용 출처가 풍부하게 나오는 질문으로 확정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D3용 브랜드 1개 선정, 5개 경로 탭 미리 열어두기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GEO 진단 프롬프트 복사용 텍스트 배포 준비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1회차 진단표 양식 재배포 (재테스트용 열 추가 버전)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과제 리뷰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3회차 미션 중 '한 문장 답' 우수 블록 2건 선정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이번 주부터 제출물이 누적됨 — 수강생별 포트폴리오 폴더 정리 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