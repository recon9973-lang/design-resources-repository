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2회차 강사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[강사용] SEO의 재정의 — 기본기가 이긴다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수업 운영 흐름 · 라이브 시연 시나리오 · 수강생 미션 · 평가 기준
핵심 질문: AI 시대에도 왜 기본 SEO가 더 중요해졌나?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[강사용]  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운영 타임라인 × 시연 매핑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1463040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5390"/>
                <a:gridCol w="5073650"/>
                <a:gridCol w="4979693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시연/활동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과제 리뷰: AI가 우리 브랜드를 말하는 방식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우수 진단표 2개 화면 공유, 공통 패턴 정리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15~35분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Google/네이버 검색엔진 기본 구조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D1 사이트 (공식 문서) + D5 유튜브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35~55분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기술 SEO: 색인·robots.txt·사이트맵·내부링크·JS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D2 웹검색 + D3 사이트 (라이브 진단)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55~75분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콘텐츠 SEO: 제목·구조·중복·의도·신뢰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D4 라이브 시연 (AI 진단 프롬프트)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75~105분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실습: SEO 응급 진단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수강생 사이트로 각자 진행, 강사 순회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105~120분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리라이트 방향 정리 + 과제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우선순위 매트릭스 판서, 미션 배포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① (D1~D3)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유형 태그로 화면을 구분하고, '검색/링크'는 그대로 입력, '멘트'는 그 자리에서 말할 문장입니다.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3152" cy="1417319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19385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D1 · 15~35분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278892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79989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1938528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11096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구글 공식 문서 — 'AI 비밀 최적화는 없다'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276856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68296" y="2295144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developers.google.com/search/docs/   appearance/ai-features   + SEO Starter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8568" y="2734056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"구글이 직접 말합니다 — AI 기능을 위한 별도 비법은 없고, 기본 SEO가 답이라고요." 원문 한 단락만 하이라이트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74136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73152" cy="1417319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5204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D2 · 35~55분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" y="43708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43818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웹검색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75688" y="3520440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58568" y="3493008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site: 검색 라이브 진단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58568" y="3858768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68296" y="3877055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구글/네이버 검색창에   site:수강생도메인   (지원자 1명 사이트로)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15968"/>
            <a:ext cx="9320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F6FA8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색인 수·이상한 제목·누락 페이지를 그 자리에서 발견. "30초 만에 이만큼 보입니다"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956048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956048"/>
            <a:ext cx="73152" cy="1417319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510235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D3 · 35~55분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" y="5952744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5963716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75688" y="5102352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58568" y="507492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robots.txt 실물 열람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58568" y="544068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68296" y="545896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지원자도메인/robots.txt   비교: naver.com/robots.txt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8568" y="5897880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"개발 지식 없이 주소창만으로 확인 가능합니다." Disallow에 핵심 경로가 있으면 최고의 라이브 순간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② (D4~D5)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73152" cy="209397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093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D4 · 55~75분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136392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147364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1609344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8568" y="1581912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AI 크롤러 관점 진단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58568" y="1947672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8296" y="1965960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ChatGPT/Claude에 수강생 글 붙여넣고   수업 자료의 진단 프롬프트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2404872"/>
            <a:ext cx="93204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0F2A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"AI는 구조를 잘 봅니다. 단, 색인 여부 같은 '사실'은 AI 말고 콘솔로 확인 — 역할 분담을 기억하세요"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21608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21608"/>
            <a:ext cx="73152" cy="2093976"/>
          </a:xfrm>
          <a:prstGeom prst="rect">
            <a:avLst/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D5 · 15~35분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539496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40593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유튜브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3867912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384048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구글 공식 채널의 SEO 기본기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58568" y="420624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68296" y="422452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youtube.com/@GoogleSearchCentral   재생목록 "SEO Office Hours"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4663440"/>
            <a:ext cx="9320479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E04E5E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"궁금한 건 업체 블로그보다 여기서 먼저 확인하는 습관" — 채널 구독을 그 자리에서 시키기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보조 시연 — 네이버 &amp; 뉴스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83783" cy="45720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6444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네이버 서치어드바이저 투어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searchadvisor.naver.com → 웹마스터 가이드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보여줄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사이트 등록 화면, Yeti 크롤러/사이트맵·RSS 문서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멘트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"네이버 유입이 중요한 회사인데 여기 등록이 안 돼 있다면, 오늘 밤에 하세요"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타이밍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15~35분 구조 설명 직후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463040"/>
            <a:ext cx="5583783" cy="45720"/>
          </a:xfrm>
          <a:prstGeom prst="rect">
            <a:avLst/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79311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9311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뉴스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1395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코어 업데이트 뉴스 검색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검색어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구글 뉴스: "구글 코어 업데이트" / "검색 알고리즘 업데이트"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보여줄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순위 급변 사례 기사 헤드라인 1~2건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멘트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"알고리즘은 계속 바뀝니다. 그래서 테크닉이 아니라 기본기에 투자하는 겁니다"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타이밍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55~75분 콘텐츠 SEO 도입부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시연 백업 플랜 — 라이브가 실패할 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AI 시연은 반드시 실패를 전제로 준비합니다. 실패 자체가 최고의 교육 소재입니다.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수업 전날 스크린샷 세트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캡처에는 날짜·도구·질문이 함께 보이게 찍는다.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네트워크/로그인 장애 시 즉시 스크린샷으로 전환.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결과가 어제와 다르게 나올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당황하지 말고 그대로 교육 포인트로 전환: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"보세요, 어제는 이렇게 나왔는데 오늘은 다릅니다."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"이래서 AI 검색은 1회 확인이 아니라 반복 측정이 필요합니다."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AI Overviews가 안 뜰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지역·계정·언어에 따라 미노출이 정상임을 설명.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영어 질문으로 재시도 → 그래도 없으면 준비한 캡처 사용.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"안 뜨는 것 자체가 '노출은 통제 밖'이라는 증거"로 연결.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수강생 브랜드가 아예 안 나올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"언급 0회도 소중한 데이터"라고 먼저 프레이밍.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잘 나오는 공개 브랜드(무신사, 배민 등)로 대조 시연.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배포문 — 이대로 공유 시트에 게시하세요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미션: 기존 콘텐츠 1개 → SEO 문제 5개 + 수정안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[2회차 미션] 내 콘텐츠 SEO 응급 진단 리포트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우리 사이트(또는 블로그)의 기존 콘텐츠 1개를 고른다.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추천: 트래픽이 중요한데 성과가 아쉬운 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수업에서 배운 8항목 체크리스트로 진단한다.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'SEO 문제 5개'를 특정하고, 각각에 대해 작성한다: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문제: 무엇이 왜 문제인가 (체크리스트 항목 명시)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증거: site: 결과, robots.txt, AI 진단 등 스크린샷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수정안: 수정 전 문장 → 수정 후 문장 (구체적으로)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문제 5개 중 1개 이상은 '기술 SEO' 항목일 것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제출: 다음 수업 전날 23:59까지 공유 시트에 업로드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형식: 자유 (표 권장), A4 1~2장 분량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강조할 것: '품질이 낮다' 같은 막연한 진단 금지. 증거 스크린샷 없는 문제 제기는 반려한다고 미리 공지.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평가 루브릭 — 피드백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점수화가 목적이 아니라, 다음 주 첫 15분 과제 리뷰에서 '무엇을 칭찬하고 무엇을 교정할지' 기준입니다.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792224"/>
          <a:ext cx="11368733" cy="179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3086"/>
                <a:gridCol w="845608"/>
                <a:gridCol w="4321998"/>
                <a:gridCol w="4228041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평가 항목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배점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우수 (이렇게 하면 칭찬)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미흡 (이렇게 오면 교정)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문제 특정력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체크리스트 항목으로 문제를 정확히 명명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"글이 별로다"류의 인상 비평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증거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25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항목마다 스크린샷/데이터 첨부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증거 없이 주장만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수정안 구체성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수정 전→후 문장이 그대로 실행 가능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"제목을 개선한다" 수준의 선언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기술 SEO 포함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15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색인/크롤링/사이트맵 중 1개 이상 진단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콘텐츠 항목만 5개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토론 유도 질문 &amp; 예상 질문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65495" cy="45720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수업 중 던질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"이 페이지가 답하려는 검색 질문을 한 문장으로 말할 수 있나요?"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"우리 사이트에서 가장 중요한 페이지 3개는 내부링크 몇 개를 받고 있나요?"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"작성자와 날짜가 없는 글을 여러분은 신뢰하나요? AI는요?"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4719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463040"/>
            <a:ext cx="5565495" cy="4572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"우리는 개발팀이 없어서 기술 SEO를 못 해요"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"진단까지는 오늘 도구로 가능합니다. 문제 정의서를 만들면 외주로도 해결됩니다"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"네이버 블로그는 이런 게 다 소용없지 않나요?"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"플랫폼 내 로직은 다르지만 제목·구조·신뢰 신호 원칙은 동일하게 작동합니다"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"AI 진단과 콘솔 데이터가 다르면요?"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"무조건 콘솔이 이깁니다. AI는 가설 생성기입니다"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2회차 · SEO의 재정의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수업 전 준비 체크리스트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2 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계정/화면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GSC·서치어드바이저 시연 가능한 계정(본인 사이트) 로그인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site: 시연에 쓸 지원자 1~2명 사전 섭외 (사이트 주소 미리 확보)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공식 문서 2개 URL 탭으로 미리 열어두기 (ai-features, seo-starter-guide)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robots.txt 문제 사례 캡처 1개 (지원자 사이트에 문제가 없을 경우 대비)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1회차 미션 제출물 중 우수 2건, 공통 실수 1건 선정해두기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미제출자 리스트 확인 — 수업 후 개별 리마인드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